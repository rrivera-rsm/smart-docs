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41eba48504c7b" /><Relationship Type="http://schemas.openxmlformats.org/officeDocument/2006/relationships/extended-properties" Target="/docProps/app.xml" Id="R13cdc74db91c4325" /><Relationship Type="http://schemas.openxmlformats.org/officeDocument/2006/relationships/officeDocument" Target="/ppt/presentation.xml" Id="Ra53d1fb04a2d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1bd7c64bc415c"/>
  </p:sldMasterIdLst>
  <p:notesMasterIdLst>
    <p:notesMasterId xmlns:r="http://schemas.openxmlformats.org/officeDocument/2006/relationships" r:id="Rc06d5b3cad3448f5"/>
  </p:notesMasterIdLst>
  <p:sldIdLst>
    <p:sldId xmlns:r="http://schemas.openxmlformats.org/officeDocument/2006/relationships" id="256" r:id="R9ceeb7298d7a48f1"/>
    <p:sldId xmlns:r="http://schemas.openxmlformats.org/officeDocument/2006/relationships" id="257" r:id="R72b58fe3d02c43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eb2a8e23e4922" /><Relationship Type="http://schemas.openxmlformats.org/officeDocument/2006/relationships/slideMaster" Target="/ppt/slideMasters/slideMaster1.xml" Id="R4581bd7c64bc415c" /><Relationship Type="http://schemas.openxmlformats.org/officeDocument/2006/relationships/notesMaster" Target="/ppt/notesMasters/notesMaster1.xml" Id="Rc06d5b3cad3448f5" /><Relationship Type="http://schemas.openxmlformats.org/officeDocument/2006/relationships/presProps" Target="/ppt/presProps.xml" Id="R00793f356c9b4ac0" /><Relationship Type="http://schemas.openxmlformats.org/officeDocument/2006/relationships/tableStyles" Target="/ppt/tableStyles.xml" Id="R99b127fe5dfc4c9d" /><Relationship Type="http://schemas.openxmlformats.org/officeDocument/2006/relationships/slide" Target="/ppt/slides/slide1.xml" Id="R9ceeb7298d7a48f1" /><Relationship Type="http://schemas.openxmlformats.org/officeDocument/2006/relationships/slide" Target="/ppt/slides/slide2.xml" Id="R72b58fe3d02c43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08479771cc4e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599eea0ff14259" /><Relationship Type="http://schemas.openxmlformats.org/officeDocument/2006/relationships/notesMaster" Target="/ppt/notesMasters/notesMaster1.xml" Id="R7fd702309939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96efd014db4d7c" /><Relationship Type="http://schemas.openxmlformats.org/officeDocument/2006/relationships/notesMaster" Target="/ppt/notesMasters/notesMaster1.xml" Id="R1964fc490258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Contacto alternativo: ana.lopez@example.com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9d7fecdb148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0b200a18f4aa2" /><Relationship Type="http://schemas.openxmlformats.org/officeDocument/2006/relationships/slideLayout" Target="/ppt/slideLayouts/slideLayout1.xml" Id="R56689ed7e22c41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689ed7e22c41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89ce856114a9d" /><Relationship Type="http://schemas.openxmlformats.org/officeDocument/2006/relationships/notesSlide" Target="/ppt/notesSlides/notesSlide1.xml" Id="Ree82455af1d040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43dadac1d4564" /><Relationship Type="http://schemas.openxmlformats.org/officeDocument/2006/relationships/notesSlide" Target="/ppt/notesSlides/notesSlide2.xml" Id="R3ea81ebfc0a142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075AB-2AE5-4791-B5DC-8C26308D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IDENTIFICACIÓN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D9BCA-F2A6-49FE-9FC4-85C1291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Ficha de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46296-03CA-44DA-9CF1-81D178F7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Empresa: Norte Azul Consultores S.L.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Representante: Doña Ana López Martín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DNI: 12345678Z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Pasaporte: PA-123456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Correo: ana.lopez@example.com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DB52E-FB54-486D-A1B3-63198C9F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SmartDocs · documento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17437510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7C97-FE70-408F-B031-1906E3E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CONTRATO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2D353-C420-4BF9-ACEC-15E9918F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Condiciones económicas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B5614-FBA5-4728-9C5A-EBD16B2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Dirección: Calle Alcalá 85, 28009 Madrid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Teléfono: +34 612 345 678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IBAN: ES91 2100 0418 4502 0005 1332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Importe aprobado: 1.234,56 €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País del proyecto: Portugal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118B1-21DF-4DED-9F58-25E55BCF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SmartDocs · documento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1389086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2026-09-08T15:10:44.2980000Z</dcterms:created>
  <dcterms:modified xsi:type="dcterms:W3CDTF">2026-09-08T15:10:44.2980000Z</dcterms:modified>
</coreProperties>
</file>