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58863780154229" /><Relationship Type="http://schemas.openxmlformats.org/officeDocument/2006/relationships/extended-properties" Target="/docProps/app.xml" Id="R061009c1bd49477f" /><Relationship Type="http://schemas.openxmlformats.org/officeDocument/2006/relationships/officeDocument" Target="/ppt/presentation.xml" Id="R10f3878d854748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f05aa68ff4158"/>
  </p:sldMasterIdLst>
  <p:notesMasterIdLst>
    <p:notesMasterId xmlns:r="http://schemas.openxmlformats.org/officeDocument/2006/relationships" r:id="R3094631cc28243cf"/>
  </p:notesMasterIdLst>
  <p:sldIdLst>
    <p:sldId xmlns:r="http://schemas.openxmlformats.org/officeDocument/2006/relationships" id="256" r:id="Rbb908eaf948e40f0"/>
    <p:sldId xmlns:r="http://schemas.openxmlformats.org/officeDocument/2006/relationships" id="257" r:id="R0ad2a6ba6ce24c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d5c779226f4e1d" /><Relationship Type="http://schemas.openxmlformats.org/officeDocument/2006/relationships/slideMaster" Target="/ppt/slideMasters/slideMaster1.xml" Id="R540f05aa68ff4158" /><Relationship Type="http://schemas.openxmlformats.org/officeDocument/2006/relationships/notesMaster" Target="/ppt/notesMasters/notesMaster1.xml" Id="R3094631cc28243cf" /><Relationship Type="http://schemas.openxmlformats.org/officeDocument/2006/relationships/presProps" Target="/ppt/presProps.xml" Id="R7be0719c94164cb3" /><Relationship Type="http://schemas.openxmlformats.org/officeDocument/2006/relationships/tableStyles" Target="/ppt/tableStyles.xml" Id="R4870fd6e8c0541d5" /><Relationship Type="http://schemas.openxmlformats.org/officeDocument/2006/relationships/slide" Target="/ppt/slides/slide1.xml" Id="Rbb908eaf948e40f0" /><Relationship Type="http://schemas.openxmlformats.org/officeDocument/2006/relationships/slide" Target="/ppt/slides/slide2.xml" Id="R0ad2a6ba6ce24c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89689fa38b45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0274d8a88e41be" /><Relationship Type="http://schemas.openxmlformats.org/officeDocument/2006/relationships/notesMaster" Target="/ppt/notesMasters/notesMaster1.xml" Id="R3ddeace8c51f42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382ff32234827" /><Relationship Type="http://schemas.openxmlformats.org/officeDocument/2006/relationships/notesMaster" Target="/ppt/notesMasters/notesMaster1.xml" Id="Rc55a24cb922842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Contacto alternativo: ana.lopez@example.com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ebfe9f185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aba50a796407a" /><Relationship Type="http://schemas.openxmlformats.org/officeDocument/2006/relationships/slideLayout" Target="/ppt/slideLayouts/slideLayout1.xml" Id="R2d21d8f8bc9540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21d8f8bc9540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b409c8b124c3f" /><Relationship Type="http://schemas.openxmlformats.org/officeDocument/2006/relationships/notesSlide" Target="/ppt/notesSlides/notesSlide1.xml" Id="Rec3fe743aad247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469d8336f42db" /><Relationship Type="http://schemas.openxmlformats.org/officeDocument/2006/relationships/notesSlide" Target="/ppt/notesSlides/notesSlide2.xml" Id="R4e750f3c269147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F4552-1FF6-47EE-951C-BD930C02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IDENTIFICACIÓN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8D1FD-B7D5-4A04-A615-1824AC20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Ficha de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CB2C3-5BB7-4E55-85B6-64CD05F6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Empresa: Norte Azul Consultores S.L.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Representante: Doña Ana López Martín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DNI: 12345678Z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Pasaporte: PA-123456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Correo: ana.lopez@example.com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C5752-D5CD-4F75-B9DF-9D164753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SmartDocs · documento de prueba</a:t>
            </a:r>
          </a:p>
        </p:txBody>
      </p:sp>
    </p:spTree>
    <p:extLst>
      <p:ext uri="{BB962C8B-B14F-4D97-AF65-F5344CB8AC3E}">
        <p14:creationId xmlns:p14="http://schemas.microsoft.com/office/powerpoint/2010/main" val="1379632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2E378-2D9F-4390-B09E-2F4FEDE8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BB1B8-C80F-4D98-B3DC-8806C6FF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Condiciones económicas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EA94A-D82D-4A40-975F-65E172DC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Dirección: Calle Alcalá 85, 28009 Madrid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Teléfono: +34 612 345 678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IBAN: ES91 2100 0418 4502 0005 1332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Importe aprobado: 1.234,56 €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País del proyecto: Portugal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FF782-43E6-4101-BBFF-4D4D93DC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SmartDocs · documento de prueba</a:t>
            </a:r>
          </a:p>
        </p:txBody>
      </p:sp>
    </p:spTree>
    <p:extLst>
      <p:ext uri="{BB962C8B-B14F-4D97-AF65-F5344CB8AC3E}">
        <p14:creationId xmlns:p14="http://schemas.microsoft.com/office/powerpoint/2010/main" val="1129032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2026-09-08T15:11:37.1120000Z</dcterms:created>
  <dcterms:modified xsi:type="dcterms:W3CDTF">2026-09-08T15:11:37.1130000Z</dcterms:modified>
</coreProperties>
</file>