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10ca780cd9486f" /><Relationship Type="http://schemas.openxmlformats.org/officeDocument/2006/relationships/extended-properties" Target="/docProps/app.xml" Id="Ra24affeab9cf48d1" /><Relationship Type="http://schemas.openxmlformats.org/officeDocument/2006/relationships/officeDocument" Target="/ppt/presentation.xml" Id="R6ebd46522e4f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ccfdc73164134"/>
  </p:sldMasterIdLst>
  <p:notesMasterIdLst>
    <p:notesMasterId xmlns:r="http://schemas.openxmlformats.org/officeDocument/2006/relationships" r:id="Re622beb99fd74063"/>
  </p:notesMasterIdLst>
  <p:sldIdLst>
    <p:sldId xmlns:r="http://schemas.openxmlformats.org/officeDocument/2006/relationships" id="256" r:id="Ra57dcb3694f045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dff57e7c4944b7" /><Relationship Type="http://schemas.openxmlformats.org/officeDocument/2006/relationships/slideMaster" Target="/ppt/slideMasters/slideMaster1.xml" Id="R339ccfdc73164134" /><Relationship Type="http://schemas.openxmlformats.org/officeDocument/2006/relationships/notesMaster" Target="/ppt/notesMasters/notesMaster1.xml" Id="Re622beb99fd74063" /><Relationship Type="http://schemas.openxmlformats.org/officeDocument/2006/relationships/presProps" Target="/ppt/presProps.xml" Id="R1b1c9f82e8424e93" /><Relationship Type="http://schemas.openxmlformats.org/officeDocument/2006/relationships/tableStyles" Target="/ppt/tableStyles.xml" Id="Rdae06a0602524aae" /><Relationship Type="http://schemas.openxmlformats.org/officeDocument/2006/relationships/slide" Target="/ppt/slides/slide1.xml" Id="Ra57dcb3694f045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fde39414bd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b49fa0d7ee4fcb" /><Relationship Type="http://schemas.openxmlformats.org/officeDocument/2006/relationships/notesMaster" Target="/ppt/notesMasters/notesMaster1.xml" Id="Rb275b0aa680543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Preparada para {{ cliente 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893a82716248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46bdd281234367" /><Relationship Type="http://schemas.openxmlformats.org/officeDocument/2006/relationships/slideLayout" Target="/ppt/slideLayouts/slideLayout1.xml" Id="R0957529ae079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57529ae079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c80df66b64be5" /><Relationship Type="http://schemas.openxmlformats.org/officeDocument/2006/relationships/notesSlide" Target="/ppt/notesSlides/notesSlide1.xml" Id="R7840cab676c347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C3C43-69BC-4E4C-B12A-1535A7B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PROPUESTA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002DE-9EC0-4515-96FF-DBB2E7F4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Propuesta para {{ cliente }}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0589-C720-4EBA-80A9-597762FF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10287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Representante: {{ representante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Importe aprobado: {{ importe }}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F2937"/>
                </a:solidFill>
                <a:latin typeface="Arial"/>
                <a:ea typeface="Arial"/>
                <a:cs typeface="Arial"/>
              </a:rPr>
              <a:t>Esta presentación se completa con los valores revisados en SmartDocs.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BD9D1-4F40-4C38-8F3C-D83F1DB3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>
                <a:solidFill>
                  <a:srgbClr val="6B7280"/>
                </a:solidFill>
                <a:latin typeface="Arial"/>
                <a:ea typeface="Arial"/>
                <a:cs typeface="Arial"/>
              </a:rPr>
              <a:t>SmartDocs · documento de prueba</a:t>
            </a:r>
          </a:p>
        </p:txBody>
      </p:sp>
    </p:spTree>
    <p:extLst>
      <p:ext uri="{BB962C8B-B14F-4D97-AF65-F5344CB8AC3E}">
        <p14:creationId xmlns:p14="http://schemas.microsoft.com/office/powerpoint/2010/main" val="536849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2026-09-08T15:11:48.6710000Z</dcterms:created>
  <dcterms:modified xsi:type="dcterms:W3CDTF">2026-09-08T15:11:48.6710000Z</dcterms:modified>
</coreProperties>
</file>